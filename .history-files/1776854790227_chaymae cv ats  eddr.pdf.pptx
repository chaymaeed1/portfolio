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ontrail One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228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11895" y="1712089"/>
            <a:ext cx="6467969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526018" y="2485592"/>
            <a:ext cx="6467969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206503" y="4570797"/>
            <a:ext cx="6467969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36031" y="7181220"/>
            <a:ext cx="6467969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322289" y="8581553"/>
            <a:ext cx="6467969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511895" y="448842"/>
            <a:ext cx="5157623" cy="298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9"/>
              </a:lnSpc>
            </a:pPr>
            <a:r>
              <a:rPr lang="en-US" sz="2499" u="sng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Chaymae Ed dryaf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5724" y="756000"/>
            <a:ext cx="3819713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5"/>
              </a:lnSpc>
            </a:pPr>
            <a:r>
              <a:rPr lang="en-US" sz="1500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DEVELOPPEUSE FULL 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000" y="1158674"/>
            <a:ext cx="1483104" cy="15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TELEPHONE:+212765380453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1892" y="1371399"/>
            <a:ext cx="2428230" cy="15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EMAIL:CHAYMAEEDDRYAF@GMAIL.COM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1895" y="1744172"/>
            <a:ext cx="6639815" cy="1676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Développeuse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Full Stack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spécialisée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dans la conception et le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développement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d’applications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web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performantes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.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Diplômée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en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Développement des Systèmes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d’Information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, je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maîtrise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Python, JavaScript et les bases de données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relationnelles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.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Rigoureuse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et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orientée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solutions, je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contribue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efficacement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à la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réalisation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de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projets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techniques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fiables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et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évolutifs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.</a:t>
            </a:r>
          </a:p>
          <a:p>
            <a:pPr algn="l">
              <a:lnSpc>
                <a:spcPts val="1474"/>
              </a:lnSpc>
            </a:pPr>
            <a:endParaRPr lang="en-US" sz="1100" i="1" dirty="0">
              <a:solidFill>
                <a:srgbClr val="222222"/>
              </a:solidFill>
              <a:latin typeface="Contrail One"/>
              <a:ea typeface="Contrail One"/>
              <a:cs typeface="Contrail One"/>
              <a:sym typeface="Contrail One"/>
            </a:endParaRPr>
          </a:p>
          <a:p>
            <a:pPr algn="l">
              <a:lnSpc>
                <a:spcPts val="1354"/>
              </a:lnSpc>
            </a:pPr>
            <a:endParaRPr lang="en-US" sz="1100" i="1" dirty="0">
              <a:solidFill>
                <a:srgbClr val="222222"/>
              </a:solidFill>
              <a:latin typeface="Contrail One"/>
              <a:ea typeface="Contrail One"/>
              <a:cs typeface="Contrail One"/>
              <a:sym typeface="Contrail One"/>
            </a:endParaRPr>
          </a:p>
          <a:p>
            <a:pPr algn="l">
              <a:lnSpc>
                <a:spcPts val="1351"/>
              </a:lnSpc>
            </a:pPr>
            <a:endParaRPr lang="en-US" sz="1100" i="1" dirty="0">
              <a:solidFill>
                <a:srgbClr val="222222"/>
              </a:solidFill>
              <a:latin typeface="Contrail One"/>
              <a:ea typeface="Contrail One"/>
              <a:cs typeface="Contrail One"/>
              <a:sym typeface="Contrail One"/>
            </a:endParaRPr>
          </a:p>
          <a:p>
            <a:pPr algn="l">
              <a:lnSpc>
                <a:spcPts val="1351"/>
              </a:lnSpc>
            </a:pPr>
            <a:endParaRPr lang="en-US" sz="1100" i="1" dirty="0">
              <a:solidFill>
                <a:srgbClr val="222222"/>
              </a:solidFill>
              <a:latin typeface="Contrail One"/>
              <a:ea typeface="Contrail One"/>
              <a:cs typeface="Contrail One"/>
              <a:sym typeface="Contrail One"/>
            </a:endParaRPr>
          </a:p>
          <a:p>
            <a:pPr algn="l">
              <a:lnSpc>
                <a:spcPts val="1351"/>
              </a:lnSpc>
            </a:pPr>
            <a:endParaRPr lang="en-US" sz="1100" i="1" dirty="0">
              <a:solidFill>
                <a:srgbClr val="222222"/>
              </a:solidFill>
              <a:latin typeface="Contrail One"/>
              <a:ea typeface="Contrail One"/>
              <a:cs typeface="Contrail One"/>
              <a:sym typeface="Contrail On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76117" y="2557029"/>
            <a:ext cx="4463541" cy="195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sz="1300" spc="26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EXPÉRIENCES PROFESSIONNELLES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4170" y="7276818"/>
            <a:ext cx="4463541" cy="195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sz="1300" spc="26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COMPÉTENCES  TECHNIQUES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1892" y="9831345"/>
            <a:ext cx="4463541" cy="195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sz="1300" spc="26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LANGUES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8350" y="2742576"/>
            <a:ext cx="5824500" cy="2163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337"/>
              </a:lnSpc>
            </a:pPr>
            <a:r>
              <a:rPr lang="en-US" sz="1200" i="1" u="sng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DEVELoppeuse</a:t>
            </a:r>
            <a:r>
              <a:rPr lang="en-US" sz="1200" i="1" u="sng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u="sng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stagaire</a:t>
            </a:r>
            <a:r>
              <a:rPr lang="en-US" sz="1200" i="1" u="sng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 chez RILY GO(Remote)</a:t>
            </a:r>
          </a:p>
          <a:p>
            <a:pPr algn="just">
              <a:lnSpc>
                <a:spcPts val="1337"/>
              </a:lnSpc>
            </a:pP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.Participation au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développement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d’une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application web pour un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projet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de lavage automobile au sein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d’une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équipe agile. Développement de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fonctionnalités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,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intégration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d’interfaces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utilisateur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et contribution à la gestion de la base de données.</a:t>
            </a:r>
          </a:p>
          <a:p>
            <a:pPr algn="just">
              <a:lnSpc>
                <a:spcPts val="1337"/>
              </a:lnSpc>
            </a:pPr>
            <a:r>
              <a:rPr lang="en-US" sz="1200" i="1" u="sng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stagiaire </a:t>
            </a:r>
            <a:r>
              <a:rPr lang="en-US" sz="1200" i="1" u="sng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en</a:t>
            </a:r>
            <a:r>
              <a:rPr lang="en-US" sz="1200" i="1" u="sng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u="sng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développement</a:t>
            </a:r>
            <a:r>
              <a:rPr lang="en-US" sz="1200" i="1" u="sng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des </a:t>
            </a:r>
            <a:r>
              <a:rPr lang="en-US" sz="1200" i="1" u="sng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systèmes</a:t>
            </a:r>
            <a:r>
              <a:rPr lang="en-US" sz="1200" i="1" u="sng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u="sng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d’information</a:t>
            </a:r>
            <a:r>
              <a:rPr lang="en-US" sz="1200" i="1" u="sng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chez </a:t>
            </a:r>
            <a:r>
              <a:rPr lang="en-US" sz="1200" i="1" u="sng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Sanipro</a:t>
            </a:r>
            <a:r>
              <a:rPr lang="en-US" sz="1200" i="1" u="sng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S.A.R.L (1mois) </a:t>
            </a:r>
          </a:p>
          <a:p>
            <a:pPr algn="just">
              <a:lnSpc>
                <a:spcPts val="1337"/>
              </a:lnSpc>
            </a:pP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.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developpement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d’un site web interne  pour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ameliorer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la gestion  des services de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l’entreprise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.</a:t>
            </a:r>
          </a:p>
          <a:p>
            <a:pPr algn="just">
              <a:lnSpc>
                <a:spcPts val="1337"/>
              </a:lnSpc>
            </a:pP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.mise à jour des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procédures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IT</a:t>
            </a:r>
          </a:p>
          <a:p>
            <a:pPr algn="just">
              <a:lnSpc>
                <a:spcPts val="1337"/>
              </a:lnSpc>
            </a:pPr>
            <a:r>
              <a:rPr lang="en-US" sz="1200" i="1" u="sng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Stagiaire (</a:t>
            </a:r>
            <a:r>
              <a:rPr lang="en-US" sz="1200" i="1" u="sng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Technicienne</a:t>
            </a:r>
            <a:r>
              <a:rPr lang="en-US" sz="1200" i="1" u="sng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u="sng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en</a:t>
            </a:r>
            <a:r>
              <a:rPr lang="en-US" sz="1200" i="1" u="sng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u="sng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informatique</a:t>
            </a:r>
            <a:r>
              <a:rPr lang="en-US" sz="1200" i="1" u="sng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) chez PYTOPROD (15 </a:t>
            </a:r>
            <a:r>
              <a:rPr lang="en-US" sz="1200" i="1" u="sng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jrs</a:t>
            </a:r>
            <a:r>
              <a:rPr lang="en-US" sz="1200" i="1" u="sng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) </a:t>
            </a:r>
          </a:p>
          <a:p>
            <a:pPr algn="just">
              <a:lnSpc>
                <a:spcPts val="1337"/>
              </a:lnSpc>
            </a:pP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.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organisation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des archives à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partir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l’excel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. </a:t>
            </a:r>
          </a:p>
          <a:p>
            <a:pPr algn="just">
              <a:lnSpc>
                <a:spcPts val="1337"/>
              </a:lnSpc>
            </a:pP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. installation et mise à jour des applications internes </a:t>
            </a:r>
          </a:p>
          <a:p>
            <a:pPr algn="just">
              <a:lnSpc>
                <a:spcPts val="1337"/>
              </a:lnSpc>
            </a:pPr>
            <a:endParaRPr lang="en-US" sz="998" i="1" dirty="0">
              <a:solidFill>
                <a:srgbClr val="222222"/>
              </a:solidFill>
              <a:latin typeface="Contrail One"/>
              <a:ea typeface="Contrail One"/>
              <a:cs typeface="Contrail One"/>
              <a:sym typeface="Contrail One"/>
            </a:endParaRPr>
          </a:p>
          <a:p>
            <a:pPr algn="just">
              <a:lnSpc>
                <a:spcPts val="1337"/>
              </a:lnSpc>
            </a:pPr>
            <a:endParaRPr lang="en-US" sz="998" i="1" dirty="0">
              <a:solidFill>
                <a:srgbClr val="222222"/>
              </a:solidFill>
              <a:latin typeface="Contrail One"/>
              <a:ea typeface="Contrail One"/>
              <a:cs typeface="Contrail One"/>
              <a:sym typeface="Contrail One"/>
            </a:endParaRPr>
          </a:p>
          <a:p>
            <a:pPr algn="just">
              <a:lnSpc>
                <a:spcPts val="1337"/>
              </a:lnSpc>
            </a:pPr>
            <a:endParaRPr lang="en-US" sz="998" i="1" dirty="0">
              <a:solidFill>
                <a:srgbClr val="222222"/>
              </a:solidFill>
              <a:latin typeface="Contrail One"/>
              <a:ea typeface="Contrail One"/>
              <a:cs typeface="Contrail One"/>
              <a:sym typeface="Contrail On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858908" y="4027554"/>
            <a:ext cx="1169200" cy="35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0"/>
              </a:lnSpc>
            </a:pPr>
            <a:r>
              <a:rPr lang="en-US" sz="1100" i="1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30/04/2024</a:t>
            </a:r>
          </a:p>
          <a:p>
            <a:pPr algn="r">
              <a:lnSpc>
                <a:spcPts val="1430"/>
              </a:lnSpc>
            </a:pPr>
            <a:r>
              <a:rPr lang="en-US" sz="1100" i="1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16/05/2024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81733" y="3344679"/>
            <a:ext cx="1165805" cy="35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0"/>
              </a:lnSpc>
            </a:pPr>
            <a:r>
              <a:rPr lang="en-US" sz="1100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01/05/2025</a:t>
            </a:r>
          </a:p>
          <a:p>
            <a:pPr algn="r">
              <a:lnSpc>
                <a:spcPts val="1430"/>
              </a:lnSpc>
            </a:pPr>
            <a:r>
              <a:rPr lang="en-US" sz="1100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31/05/2025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92382" y="2835594"/>
            <a:ext cx="1184489" cy="35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30"/>
              </a:lnSpc>
            </a:pPr>
            <a:r>
              <a:rPr lang="en-US" sz="1100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24/01/2026</a:t>
            </a:r>
          </a:p>
          <a:p>
            <a:pPr algn="r">
              <a:lnSpc>
                <a:spcPts val="1430"/>
              </a:lnSpc>
            </a:pPr>
            <a:r>
              <a:rPr lang="en-US" sz="1100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en cours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2834" y="4851945"/>
            <a:ext cx="5824500" cy="2494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4"/>
              </a:lnSpc>
            </a:pP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certificat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 </a:t>
            </a: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en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AI </a:t>
            </a: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fondamental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with IBM.        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         [Cisco Networking Academy]</a:t>
            </a:r>
          </a:p>
          <a:p>
            <a:pPr algn="l">
              <a:lnSpc>
                <a:spcPts val="1264"/>
              </a:lnSpc>
            </a:pPr>
            <a:endParaRPr lang="en-US" sz="1200" i="1" dirty="0">
              <a:solidFill>
                <a:srgbClr val="000000"/>
              </a:solidFill>
              <a:ea typeface="Contrail One"/>
              <a:cs typeface="Contrail One"/>
              <a:sym typeface="Contrail One"/>
            </a:endParaRPr>
          </a:p>
          <a:p>
            <a:pPr algn="l">
              <a:lnSpc>
                <a:spcPts val="1264"/>
              </a:lnSpc>
            </a:pP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Formation </a:t>
            </a: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en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Développement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web et mobile       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[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faculte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́ des sciences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meknes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.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JobInTech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]</a:t>
            </a:r>
          </a:p>
          <a:p>
            <a:pPr algn="l">
              <a:lnSpc>
                <a:spcPts val="1264"/>
              </a:lnSpc>
            </a:pPr>
            <a:endParaRPr lang="en-US" sz="1200" i="1" dirty="0">
              <a:solidFill>
                <a:srgbClr val="222222"/>
              </a:solidFill>
              <a:ea typeface="Contrail One"/>
              <a:cs typeface="Contrail One"/>
              <a:sym typeface="Contrail One"/>
            </a:endParaRPr>
          </a:p>
          <a:p>
            <a:pPr algn="l">
              <a:lnSpc>
                <a:spcPts val="1264"/>
              </a:lnSpc>
            </a:pP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Certificat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En Python Essentials 1.                                      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[Cisco Networking Academy]</a:t>
            </a:r>
          </a:p>
          <a:p>
            <a:pPr algn="l">
              <a:lnSpc>
                <a:spcPts val="1264"/>
              </a:lnSpc>
            </a:pPr>
            <a:endParaRPr lang="en-US" sz="1200" i="1" dirty="0">
              <a:solidFill>
                <a:srgbClr val="222222"/>
              </a:solidFill>
              <a:ea typeface="Contrail One"/>
              <a:cs typeface="Contrail One"/>
              <a:sym typeface="Contrail One"/>
            </a:endParaRPr>
          </a:p>
          <a:p>
            <a:pPr algn="l">
              <a:lnSpc>
                <a:spcPts val="1264"/>
              </a:lnSpc>
            </a:pP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Certificat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en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CSS Essentials.                                                 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[Cisco Networking Academy]</a:t>
            </a:r>
          </a:p>
          <a:p>
            <a:pPr algn="l">
              <a:lnSpc>
                <a:spcPts val="1264"/>
              </a:lnSpc>
            </a:pPr>
            <a:endParaRPr lang="en-US" sz="1200" i="1" dirty="0">
              <a:solidFill>
                <a:srgbClr val="222222"/>
              </a:solidFill>
              <a:ea typeface="Contrail One"/>
              <a:cs typeface="Contrail One"/>
              <a:sym typeface="Contrail One"/>
            </a:endParaRPr>
          </a:p>
          <a:p>
            <a:pPr algn="l">
              <a:lnSpc>
                <a:spcPts val="1264"/>
              </a:lnSpc>
            </a:pP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Certificat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 ‘Responsive web design ‘                                         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[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freecodecamp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]</a:t>
            </a:r>
          </a:p>
          <a:p>
            <a:pPr algn="l">
              <a:lnSpc>
                <a:spcPts val="1264"/>
              </a:lnSpc>
            </a:pPr>
            <a:endParaRPr lang="en-US" sz="1200" i="1" dirty="0">
              <a:solidFill>
                <a:srgbClr val="222222"/>
              </a:solidFill>
              <a:ea typeface="Contrail One"/>
              <a:cs typeface="Contrail One"/>
              <a:sym typeface="Contrail One"/>
            </a:endParaRPr>
          </a:p>
          <a:p>
            <a:pPr algn="l">
              <a:lnSpc>
                <a:spcPts val="1264"/>
              </a:lnSpc>
            </a:pP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B.T.S.                       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[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Technicienne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Supérieure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en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développement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des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systèmes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d’information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BTS]  </a:t>
            </a:r>
          </a:p>
          <a:p>
            <a:pPr algn="l">
              <a:lnSpc>
                <a:spcPts val="1264"/>
              </a:lnSpc>
            </a:pPr>
            <a:endParaRPr lang="en-US" sz="1200" i="1" dirty="0">
              <a:solidFill>
                <a:srgbClr val="222222"/>
              </a:solidFill>
              <a:ea typeface="Contrail One"/>
              <a:cs typeface="Contrail One"/>
              <a:sym typeface="Contrail One"/>
            </a:endParaRPr>
          </a:p>
          <a:p>
            <a:pPr algn="l">
              <a:lnSpc>
                <a:spcPts val="1264"/>
              </a:lnSpc>
            </a:pP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Baccalauréat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Scientifique                               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[science physique-option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francais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. ]</a:t>
            </a:r>
          </a:p>
          <a:p>
            <a:pPr algn="l">
              <a:lnSpc>
                <a:spcPts val="1264"/>
              </a:lnSpc>
            </a:pPr>
            <a:endParaRPr lang="en-US" sz="943" i="1" dirty="0">
              <a:solidFill>
                <a:srgbClr val="222222"/>
              </a:solidFill>
              <a:latin typeface="Contrail One"/>
              <a:ea typeface="Contrail One"/>
              <a:cs typeface="Contrail One"/>
              <a:sym typeface="Contrail One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76117" y="7313588"/>
            <a:ext cx="6338442" cy="152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4"/>
              </a:lnSpc>
            </a:pPr>
            <a:endParaRPr dirty="0"/>
          </a:p>
          <a:p>
            <a:pPr algn="l">
              <a:lnSpc>
                <a:spcPts val="1474"/>
              </a:lnSpc>
            </a:pP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Langages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de </a:t>
            </a: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programmation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et frameworks: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Python ,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Html,CSS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, JavaScript , Java ,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SpringBoot,Angular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, Bootstrap</a:t>
            </a:r>
          </a:p>
          <a:p>
            <a:pPr algn="l">
              <a:lnSpc>
                <a:spcPts val="1474"/>
              </a:lnSpc>
            </a:pP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Bases de </a:t>
            </a: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données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: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MySQL , MongoDB , PostgreSQL ,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Sql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</a:t>
            </a:r>
          </a:p>
          <a:p>
            <a:pPr algn="l">
              <a:lnSpc>
                <a:spcPts val="1474"/>
              </a:lnSpc>
            </a:pP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Outils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&amp; Technologies :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Git et GitHub , docker,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Intellij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,Canva ,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Système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d’exploitation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(Linux , macOS ,Windows)... </a:t>
            </a: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Modélisation: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UML,Merise</a:t>
            </a:r>
            <a:endParaRPr lang="en-US" sz="1200" i="1" dirty="0">
              <a:solidFill>
                <a:srgbClr val="222222"/>
              </a:solidFill>
              <a:ea typeface="Contrail One"/>
              <a:cs typeface="Contrail One"/>
              <a:sym typeface="Contrail One"/>
            </a:endParaRPr>
          </a:p>
          <a:p>
            <a:pPr algn="l">
              <a:lnSpc>
                <a:spcPts val="1474"/>
              </a:lnSpc>
            </a:pP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Analyse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de </a:t>
            </a: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données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(bases) : 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Excel</a:t>
            </a:r>
          </a:p>
          <a:p>
            <a:pPr algn="l">
              <a:lnSpc>
                <a:spcPts val="1440"/>
              </a:lnSpc>
            </a:pPr>
            <a:endParaRPr lang="en-US" sz="1100" i="1" dirty="0">
              <a:solidFill>
                <a:srgbClr val="222222"/>
              </a:solidFill>
              <a:latin typeface="Contrail One"/>
              <a:ea typeface="Contrail One"/>
              <a:cs typeface="Contrail One"/>
              <a:sym typeface="Contrail One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07723" y="10091257"/>
            <a:ext cx="6639815" cy="37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Arabe : Langue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Maternelle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｜Français : </a:t>
            </a:r>
            <a:r>
              <a:rPr lang="en-US" sz="1200" i="1" dirty="0" err="1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Courant｜Anglais</a:t>
            </a:r>
            <a:r>
              <a:rPr lang="en-US" sz="1200" i="1" dirty="0">
                <a:solidFill>
                  <a:srgbClr val="222222"/>
                </a:solidFill>
                <a:ea typeface="Contrail One"/>
                <a:cs typeface="Contrail One"/>
                <a:sym typeface="Contrail One"/>
              </a:rPr>
              <a:t>  : Courant</a:t>
            </a:r>
          </a:p>
          <a:p>
            <a:pPr algn="l">
              <a:lnSpc>
                <a:spcPts val="1474"/>
              </a:lnSpc>
            </a:pPr>
            <a:endParaRPr lang="en-US" sz="1100" i="1" dirty="0">
              <a:solidFill>
                <a:srgbClr val="222222"/>
              </a:solidFill>
              <a:latin typeface="Contrail One"/>
              <a:ea typeface="Contrail One"/>
              <a:cs typeface="Contrail One"/>
              <a:sym typeface="Contrail One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086404" y="6978226"/>
            <a:ext cx="908526" cy="14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66"/>
              </a:lnSpc>
              <a:spcBef>
                <a:spcPct val="0"/>
              </a:spcBef>
            </a:pPr>
            <a:r>
              <a:rPr lang="en-US" sz="1100" dirty="0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2022- 2023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50959" y="6533995"/>
            <a:ext cx="925911" cy="14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66"/>
              </a:lnSpc>
              <a:spcBef>
                <a:spcPct val="0"/>
              </a:spcBef>
            </a:pPr>
            <a:r>
              <a:rPr lang="en-US" sz="1100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2023 - 2025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41030" y="5219499"/>
            <a:ext cx="908526" cy="14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66"/>
              </a:lnSpc>
              <a:spcBef>
                <a:spcPct val="0"/>
              </a:spcBef>
            </a:pPr>
            <a:r>
              <a:rPr lang="en-US" sz="1100" dirty="0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2025- 2026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73823" y="5862426"/>
            <a:ext cx="908526" cy="14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66"/>
              </a:lnSpc>
              <a:spcBef>
                <a:spcPct val="0"/>
              </a:spcBef>
            </a:pPr>
            <a:r>
              <a:rPr lang="en-US" sz="1100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10372" y="6257262"/>
            <a:ext cx="908526" cy="14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66"/>
              </a:lnSpc>
              <a:spcBef>
                <a:spcPct val="0"/>
              </a:spcBef>
            </a:pPr>
            <a:r>
              <a:rPr lang="en-US" sz="1100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2025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-107725" y="4680334"/>
            <a:ext cx="2743666" cy="15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2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Formations et cerftificats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72209" y="5551572"/>
            <a:ext cx="908526" cy="14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66"/>
              </a:lnSpc>
              <a:spcBef>
                <a:spcPct val="0"/>
              </a:spcBef>
            </a:pPr>
            <a:r>
              <a:rPr lang="en-US" sz="1100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2026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89621" y="8690584"/>
            <a:ext cx="6589549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6"/>
              </a:lnSpc>
              <a:spcBef>
                <a:spcPct val="0"/>
              </a:spcBef>
            </a:pPr>
            <a:endParaRPr sz="1200" dirty="0"/>
          </a:p>
          <a:p>
            <a:pPr algn="l">
              <a:lnSpc>
                <a:spcPts val="1166"/>
              </a:lnSpc>
              <a:spcBef>
                <a:spcPct val="0"/>
              </a:spcBef>
            </a:pP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Système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de gestion de management </a:t>
            </a: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d’une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usine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: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gestion des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produits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finis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et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matières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premieres avec la gestion de stock. </a:t>
            </a:r>
          </a:p>
          <a:p>
            <a:pPr algn="l">
              <a:lnSpc>
                <a:spcPts val="1166"/>
              </a:lnSpc>
              <a:spcBef>
                <a:spcPct val="0"/>
              </a:spcBef>
            </a:pP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Application </a:t>
            </a: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Fitness: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interactive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pour le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suivi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des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entraînement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et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objectifs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des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utilisateurs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,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système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de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suivi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personnalise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́ avec notification et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historique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des performances .</a:t>
            </a:r>
          </a:p>
          <a:p>
            <a:pPr algn="l">
              <a:lnSpc>
                <a:spcPts val="1166"/>
              </a:lnSpc>
              <a:spcBef>
                <a:spcPct val="0"/>
              </a:spcBef>
            </a:pP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Platforme</a:t>
            </a: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 E-commerce :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gestion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produitss,utilisateurs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commandes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. </a:t>
            </a:r>
          </a:p>
          <a:p>
            <a:pPr algn="l">
              <a:lnSpc>
                <a:spcPts val="1166"/>
              </a:lnSpc>
              <a:spcBef>
                <a:spcPct val="0"/>
              </a:spcBef>
            </a:pPr>
            <a:r>
              <a:rPr lang="en-US" sz="1200" i="1" dirty="0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Site web </a:t>
            </a:r>
            <a:r>
              <a:rPr lang="en-US" sz="1200" i="1" dirty="0" err="1">
                <a:solidFill>
                  <a:srgbClr val="737373"/>
                </a:solidFill>
                <a:ea typeface="Contrail One"/>
                <a:cs typeface="Contrail One"/>
                <a:sym typeface="Contrail One"/>
              </a:rPr>
              <a:t>Educatif: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interface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simple et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inituitive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pour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améliorer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l’expérience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d’apprentissage</a:t>
            </a:r>
            <a:r>
              <a:rPr lang="en-US" sz="1200" i="1" dirty="0">
                <a:solidFill>
                  <a:srgbClr val="000000"/>
                </a:solidFill>
                <a:ea typeface="Contrail One"/>
                <a:cs typeface="Contrail One"/>
                <a:sym typeface="Contrail One"/>
              </a:rPr>
              <a:t> . </a:t>
            </a:r>
          </a:p>
        </p:txBody>
      </p:sp>
      <p:sp>
        <p:nvSpPr>
          <p:cNvPr id="30" name="AutoShape 30"/>
          <p:cNvSpPr/>
          <p:nvPr/>
        </p:nvSpPr>
        <p:spPr>
          <a:xfrm>
            <a:off x="322289" y="9826583"/>
            <a:ext cx="6467969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TextBox 31"/>
          <p:cNvSpPr txBox="1"/>
          <p:nvPr/>
        </p:nvSpPr>
        <p:spPr>
          <a:xfrm>
            <a:off x="-177180" y="8657883"/>
            <a:ext cx="2105824" cy="15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2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Projets Clés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414385" y="1130958"/>
            <a:ext cx="1740545" cy="307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2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linkedIn:Chaymae Ed_dryaf </a:t>
            </a:r>
          </a:p>
          <a:p>
            <a:pPr algn="ctr">
              <a:lnSpc>
                <a:spcPts val="1272"/>
              </a:lnSpc>
              <a:spcBef>
                <a:spcPct val="0"/>
              </a:spcBef>
            </a:pPr>
            <a:endParaRPr lang="en-US" sz="1200">
              <a:solidFill>
                <a:srgbClr val="000000"/>
              </a:solidFill>
              <a:latin typeface="Contrail One"/>
              <a:ea typeface="Contrail One"/>
              <a:cs typeface="Contrail One"/>
              <a:sym typeface="Contrail One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2960807" y="1401596"/>
            <a:ext cx="2647701" cy="115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"/>
              </a:lnSpc>
              <a:spcBef>
                <a:spcPct val="0"/>
              </a:spcBef>
            </a:pPr>
            <a:r>
              <a:rPr lang="en-US" sz="861">
                <a:solidFill>
                  <a:srgbClr val="000000"/>
                </a:solidFill>
                <a:latin typeface="Contrail One"/>
                <a:ea typeface="Contrail One"/>
                <a:cs typeface="Contrail One"/>
                <a:sym typeface="Contrail One"/>
              </a:rPr>
              <a:t>GITHUB:Chaymaeed1          “https://github.com/Chaymaeed1”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07172" y="4916830"/>
            <a:ext cx="908526" cy="14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66"/>
              </a:lnSpc>
              <a:spcBef>
                <a:spcPct val="0"/>
              </a:spcBef>
            </a:pPr>
            <a:r>
              <a:rPr lang="en-US" sz="1100" dirty="0">
                <a:solidFill>
                  <a:srgbClr val="222222"/>
                </a:solidFill>
                <a:latin typeface="Contrail One"/>
                <a:ea typeface="Contrail One"/>
                <a:cs typeface="Contrail One"/>
                <a:sym typeface="Contrail One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457</Words>
  <Application>Microsoft Office PowerPoint</Application>
  <PresentationFormat>Custom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Contrail One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Curriculum Vitae CV Français Professionnel Sans photo ATS Noir et Blanc</dc:title>
  <dc:creator>hp</dc:creator>
  <cp:lastModifiedBy>chaymae Ed-dryaf</cp:lastModifiedBy>
  <cp:revision>2</cp:revision>
  <dcterms:created xsi:type="dcterms:W3CDTF">2006-08-16T00:00:00Z</dcterms:created>
  <dcterms:modified xsi:type="dcterms:W3CDTF">2026-04-17T10:16:38Z</dcterms:modified>
  <dc:identifier>DAHDw3VxXw0</dc:identifier>
</cp:coreProperties>
</file>